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7" autoAdjust="0"/>
    <p:restoredTop sz="94660"/>
  </p:normalViewPr>
  <p:slideViewPr>
    <p:cSldViewPr snapToGrid="0">
      <p:cViewPr varScale="1">
        <p:scale>
          <a:sx n="68" d="100"/>
          <a:sy n="68" d="100"/>
        </p:scale>
        <p:origin x="90" y="2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CAFC0-69D2-402F-99B1-E33A2595E685}" type="datetimeFigureOut">
              <a:rPr lang="en-US" smtClean="0"/>
              <a:t>7/18/2016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60119F-D508-49FC-9ADD-1E9203B092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94614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CAFC0-69D2-402F-99B1-E33A2595E685}" type="datetimeFigureOut">
              <a:rPr lang="en-US" smtClean="0"/>
              <a:t>7/18/2016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60119F-D508-49FC-9ADD-1E9203B092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28605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CAFC0-69D2-402F-99B1-E33A2595E685}" type="datetimeFigureOut">
              <a:rPr lang="en-US" smtClean="0"/>
              <a:t>7/18/2016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60119F-D508-49FC-9ADD-1E9203B092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0640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CAFC0-69D2-402F-99B1-E33A2595E685}" type="datetimeFigureOut">
              <a:rPr lang="en-US" smtClean="0"/>
              <a:t>7/18/2016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60119F-D508-49FC-9ADD-1E9203B092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72361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CAFC0-69D2-402F-99B1-E33A2595E685}" type="datetimeFigureOut">
              <a:rPr lang="en-US" smtClean="0"/>
              <a:t>7/18/2016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60119F-D508-49FC-9ADD-1E9203B092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25112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CAFC0-69D2-402F-99B1-E33A2595E685}" type="datetimeFigureOut">
              <a:rPr lang="en-US" smtClean="0"/>
              <a:t>7/18/2016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60119F-D508-49FC-9ADD-1E9203B092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81619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CAFC0-69D2-402F-99B1-E33A2595E685}" type="datetimeFigureOut">
              <a:rPr lang="en-US" smtClean="0"/>
              <a:t>7/18/2016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60119F-D508-49FC-9ADD-1E9203B092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78601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CAFC0-69D2-402F-99B1-E33A2595E685}" type="datetimeFigureOut">
              <a:rPr lang="en-US" smtClean="0"/>
              <a:t>7/18/2016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60119F-D508-49FC-9ADD-1E9203B092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58979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CAFC0-69D2-402F-99B1-E33A2595E685}" type="datetimeFigureOut">
              <a:rPr lang="en-US" smtClean="0"/>
              <a:t>7/18/2016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60119F-D508-49FC-9ADD-1E9203B092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0746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CAFC0-69D2-402F-99B1-E33A2595E685}" type="datetimeFigureOut">
              <a:rPr lang="en-US" smtClean="0"/>
              <a:t>7/18/2016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60119F-D508-49FC-9ADD-1E9203B092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22389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CAFC0-69D2-402F-99B1-E33A2595E685}" type="datetimeFigureOut">
              <a:rPr lang="en-US" smtClean="0"/>
              <a:t>7/18/2016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60119F-D508-49FC-9ADD-1E9203B092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22639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4CAFC0-69D2-402F-99B1-E33A2595E685}" type="datetimeFigureOut">
              <a:rPr lang="en-US" smtClean="0"/>
              <a:t>7/18/2016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60119F-D508-49FC-9ADD-1E9203B092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15857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3108959"/>
            <a:ext cx="236821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Attaching Benefit</a:t>
            </a:r>
          </a:p>
          <a:p>
            <a:r>
              <a:rPr lang="en-US" dirty="0" smtClean="0"/>
              <a:t>Application Documents</a:t>
            </a:r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H="1">
            <a:off x="3205085" y="309489"/>
            <a:ext cx="16417" cy="121741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>
            <a:off x="3221501" y="309489"/>
            <a:ext cx="61897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896751" y="124823"/>
            <a:ext cx="47057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 smtClean="0">
                <a:solidFill>
                  <a:schemeClr val="accent6">
                    <a:lumMod val="50000"/>
                  </a:schemeClr>
                </a:solidFill>
              </a:rPr>
              <a:t>Create a temporal folder per CRMD user - Done</a:t>
            </a:r>
            <a:endParaRPr lang="en-US" b="1" i="1" dirty="0">
              <a:solidFill>
                <a:schemeClr val="accent6">
                  <a:lumMod val="50000"/>
                </a:schemeClr>
              </a:solidFill>
            </a:endParaRPr>
          </a:p>
        </p:txBody>
      </p:sp>
      <p:cxnSp>
        <p:nvCxnSpPr>
          <p:cNvPr id="14" name="Straight Arrow Connector 13"/>
          <p:cNvCxnSpPr/>
          <p:nvPr/>
        </p:nvCxnSpPr>
        <p:spPr>
          <a:xfrm>
            <a:off x="3205085" y="982394"/>
            <a:ext cx="61897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3852199" y="797728"/>
            <a:ext cx="81400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 smtClean="0">
                <a:solidFill>
                  <a:schemeClr val="accent6">
                    <a:lumMod val="50000"/>
                  </a:schemeClr>
                </a:solidFill>
              </a:rPr>
              <a:t>Rename the attached documents with the PIN and the document type name - Done</a:t>
            </a:r>
            <a:endParaRPr lang="en-US" b="1" i="1" dirty="0">
              <a:solidFill>
                <a:schemeClr val="accent6">
                  <a:lumMod val="50000"/>
                </a:schemeClr>
              </a:solidFill>
            </a:endParaRPr>
          </a:p>
        </p:txBody>
      </p:sp>
      <p:cxnSp>
        <p:nvCxnSpPr>
          <p:cNvPr id="16" name="Straight Arrow Connector 15"/>
          <p:cNvCxnSpPr/>
          <p:nvPr/>
        </p:nvCxnSpPr>
        <p:spPr>
          <a:xfrm>
            <a:off x="3221501" y="1512837"/>
            <a:ext cx="61897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3896751" y="1342239"/>
            <a:ext cx="813819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 smtClean="0">
                <a:solidFill>
                  <a:schemeClr val="accent6">
                    <a:lumMod val="50000"/>
                  </a:schemeClr>
                </a:solidFill>
              </a:rPr>
              <a:t>On creating the application, add the application number to the attached document </a:t>
            </a:r>
          </a:p>
          <a:p>
            <a:r>
              <a:rPr lang="en-US" b="1" i="1" dirty="0" smtClean="0">
                <a:solidFill>
                  <a:schemeClr val="accent6">
                    <a:lumMod val="50000"/>
                  </a:schemeClr>
                </a:solidFill>
              </a:rPr>
              <a:t>file name and move to the permanent central location - Done</a:t>
            </a:r>
            <a:endParaRPr lang="en-US" b="1" i="1" dirty="0">
              <a:solidFill>
                <a:schemeClr val="accent6">
                  <a:lumMod val="50000"/>
                </a:schemeClr>
              </a:solidFill>
            </a:endParaRPr>
          </a:p>
        </p:txBody>
      </p:sp>
      <p:cxnSp>
        <p:nvCxnSpPr>
          <p:cNvPr id="20" name="Straight Connector 19"/>
          <p:cNvCxnSpPr>
            <a:stCxn id="4" idx="0"/>
          </p:cNvCxnSpPr>
          <p:nvPr/>
        </p:nvCxnSpPr>
        <p:spPr>
          <a:xfrm flipV="1">
            <a:off x="1184106" y="1342239"/>
            <a:ext cx="0" cy="176672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388840" y="613062"/>
            <a:ext cx="177927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New Application </a:t>
            </a:r>
          </a:p>
          <a:p>
            <a:r>
              <a:rPr lang="en-US" dirty="0" smtClean="0"/>
              <a:t>Log</a:t>
            </a:r>
            <a:endParaRPr lang="en-US" dirty="0"/>
          </a:p>
        </p:txBody>
      </p:sp>
      <p:cxnSp>
        <p:nvCxnSpPr>
          <p:cNvPr id="25" name="Straight Arrow Connector 24"/>
          <p:cNvCxnSpPr/>
          <p:nvPr/>
        </p:nvCxnSpPr>
        <p:spPr>
          <a:xfrm>
            <a:off x="2108784" y="797728"/>
            <a:ext cx="109630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/>
          <p:cNvCxnSpPr/>
          <p:nvPr/>
        </p:nvCxnSpPr>
        <p:spPr>
          <a:xfrm>
            <a:off x="2264898" y="3390313"/>
            <a:ext cx="42203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2782033" y="3052686"/>
            <a:ext cx="171130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Edit Application </a:t>
            </a:r>
          </a:p>
          <a:p>
            <a:r>
              <a:rPr lang="en-US" dirty="0" smtClean="0"/>
              <a:t>Log</a:t>
            </a:r>
            <a:endParaRPr lang="en-US" dirty="0"/>
          </a:p>
        </p:txBody>
      </p:sp>
      <p:cxnSp>
        <p:nvCxnSpPr>
          <p:cNvPr id="6" name="Straight Arrow Connector 5"/>
          <p:cNvCxnSpPr/>
          <p:nvPr/>
        </p:nvCxnSpPr>
        <p:spPr>
          <a:xfrm>
            <a:off x="4633110" y="3390313"/>
            <a:ext cx="48753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5120640" y="2771335"/>
            <a:ext cx="0" cy="14771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>
            <a:off x="5120640" y="2771335"/>
            <a:ext cx="42203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>
            <a:off x="5120640" y="3502463"/>
            <a:ext cx="78262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5608171" y="2548426"/>
            <a:ext cx="61580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Retrieve document path and present only the filename to user</a:t>
            </a:r>
            <a:endParaRPr lang="en-US" dirty="0"/>
          </a:p>
        </p:txBody>
      </p:sp>
      <p:sp>
        <p:nvSpPr>
          <p:cNvPr id="29" name="TextBox 28"/>
          <p:cNvSpPr txBox="1"/>
          <p:nvPr/>
        </p:nvSpPr>
        <p:spPr>
          <a:xfrm>
            <a:off x="5844979" y="3165055"/>
            <a:ext cx="613950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To view the document(s), check the temp folder if it exists, else </a:t>
            </a:r>
          </a:p>
          <a:p>
            <a:r>
              <a:rPr lang="en-US" dirty="0"/>
              <a:t>Check and view from the permanent central location</a:t>
            </a:r>
          </a:p>
        </p:txBody>
      </p:sp>
      <p:cxnSp>
        <p:nvCxnSpPr>
          <p:cNvPr id="32" name="Straight Arrow Connector 31"/>
          <p:cNvCxnSpPr/>
          <p:nvPr/>
        </p:nvCxnSpPr>
        <p:spPr>
          <a:xfrm>
            <a:off x="5120640" y="4220308"/>
            <a:ext cx="72433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5870773" y="3894228"/>
            <a:ext cx="589501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On update, if file name changes, delete the old file, drop the </a:t>
            </a:r>
          </a:p>
          <a:p>
            <a:r>
              <a:rPr lang="en-US" dirty="0"/>
              <a:t>new file and update the file path.</a:t>
            </a:r>
          </a:p>
        </p:txBody>
      </p:sp>
      <p:cxnSp>
        <p:nvCxnSpPr>
          <p:cNvPr id="35" name="Straight Connector 34"/>
          <p:cNvCxnSpPr/>
          <p:nvPr/>
        </p:nvCxnSpPr>
        <p:spPr>
          <a:xfrm>
            <a:off x="1184106" y="3894228"/>
            <a:ext cx="0" cy="187352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/>
          <p:nvPr/>
        </p:nvCxnSpPr>
        <p:spPr>
          <a:xfrm>
            <a:off x="1184106" y="5809957"/>
            <a:ext cx="188265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3066757" y="5444588"/>
            <a:ext cx="196585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Delete Application </a:t>
            </a:r>
          </a:p>
          <a:p>
            <a:r>
              <a:rPr lang="en-US" dirty="0" smtClean="0"/>
              <a:t>Log</a:t>
            </a:r>
            <a:endParaRPr lang="en-US" dirty="0"/>
          </a:p>
        </p:txBody>
      </p:sp>
      <p:cxnSp>
        <p:nvCxnSpPr>
          <p:cNvPr id="40" name="Straight Arrow Connector 39"/>
          <p:cNvCxnSpPr>
            <a:stCxn id="38" idx="3"/>
          </p:cNvCxnSpPr>
          <p:nvPr/>
        </p:nvCxnSpPr>
        <p:spPr>
          <a:xfrm flipV="1">
            <a:off x="5032616" y="5767753"/>
            <a:ext cx="870646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/>
          <p:cNvCxnSpPr/>
          <p:nvPr/>
        </p:nvCxnSpPr>
        <p:spPr>
          <a:xfrm>
            <a:off x="5903262" y="5135885"/>
            <a:ext cx="0" cy="63186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/>
          <p:cNvCxnSpPr/>
          <p:nvPr/>
        </p:nvCxnSpPr>
        <p:spPr>
          <a:xfrm>
            <a:off x="5903262" y="5134708"/>
            <a:ext cx="61008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6513342" y="4950042"/>
            <a:ext cx="531581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De-activate the application log and delete the physical </a:t>
            </a:r>
          </a:p>
          <a:p>
            <a:r>
              <a:rPr lang="en-US" dirty="0" smtClean="0"/>
              <a:t>Document files from the central location.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40620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504053"/>
            <a:ext cx="274927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Send of RMAS </a:t>
            </a:r>
          </a:p>
          <a:p>
            <a:r>
              <a:rPr lang="en-US" dirty="0" smtClean="0"/>
              <a:t>SMS based validation email</a:t>
            </a:r>
          </a:p>
          <a:p>
            <a:r>
              <a:rPr lang="en-US" dirty="0" smtClean="0"/>
              <a:t>Notification  from PENCOM</a:t>
            </a:r>
            <a:endParaRPr lang="en-US" dirty="0"/>
          </a:p>
        </p:txBody>
      </p:sp>
      <p:cxnSp>
        <p:nvCxnSpPr>
          <p:cNvPr id="6" name="Straight Connector 5"/>
          <p:cNvCxnSpPr/>
          <p:nvPr/>
        </p:nvCxnSpPr>
        <p:spPr>
          <a:xfrm>
            <a:off x="2873606" y="2965718"/>
            <a:ext cx="981728" cy="257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 flipH="1">
            <a:off x="3849852" y="574772"/>
            <a:ext cx="4696" cy="48366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3854548" y="562711"/>
            <a:ext cx="82999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3852200" y="3584918"/>
            <a:ext cx="82999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750298" y="464237"/>
            <a:ext cx="27846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Connect to exchange server</a:t>
            </a:r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4776090" y="3387970"/>
            <a:ext cx="517731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Filter last one week mails in a particular with specific </a:t>
            </a:r>
          </a:p>
          <a:p>
            <a:r>
              <a:rPr lang="en-US" dirty="0" smtClean="0"/>
              <a:t>Message in the body of the email</a:t>
            </a:r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3849852" y="5411379"/>
            <a:ext cx="82999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776086" y="5230841"/>
            <a:ext cx="71333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Return the list of date in the subject of the emails found that matches the </a:t>
            </a:r>
          </a:p>
          <a:p>
            <a:r>
              <a:rPr lang="en-US" dirty="0" smtClean="0"/>
              <a:t>filter criteria.</a:t>
            </a:r>
            <a:endParaRPr lang="en-US" dirty="0"/>
          </a:p>
        </p:txBody>
      </p:sp>
      <p:cxnSp>
        <p:nvCxnSpPr>
          <p:cNvPr id="18" name="Straight Connector 17"/>
          <p:cNvCxnSpPr/>
          <p:nvPr/>
        </p:nvCxnSpPr>
        <p:spPr>
          <a:xfrm>
            <a:off x="3849852" y="2063264"/>
            <a:ext cx="82999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773742" y="1866316"/>
            <a:ext cx="5059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Check the inbox folder of a particular email account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97211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290</TotalTime>
  <Words>188</Words>
  <Application>Microsoft Office PowerPoint</Application>
  <PresentationFormat>Widescreen</PresentationFormat>
  <Paragraphs>28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>HP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Oluwafemi Taiwo</dc:creator>
  <cp:lastModifiedBy>Oluwafemi Taiwo</cp:lastModifiedBy>
  <cp:revision>13</cp:revision>
  <dcterms:created xsi:type="dcterms:W3CDTF">2016-07-08T11:00:31Z</dcterms:created>
  <dcterms:modified xsi:type="dcterms:W3CDTF">2016-07-18T07:39:14Z</dcterms:modified>
</cp:coreProperties>
</file>